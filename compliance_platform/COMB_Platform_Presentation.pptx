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D4FF"/>
                </a:solidFill>
              </a:defRPr>
            </a:pPr>
            <a:r>
              <a:t>COMB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0AEC0"/>
                </a:solidFill>
              </a:defRPr>
            </a:pPr>
            <a:r>
              <a:t>Autonomous Compliance &amp; Regulatory Intelligence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6B9D"/>
                </a:solidFill>
              </a:defRPr>
            </a:pPr>
            <a:r>
              <a:t>v2.0 | AI-Powered | 18 Industries | 40+ Accounts | 7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EC0"/>
                </a:solidFill>
              </a:defRPr>
            </a:pPr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Platform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</a:defRPr>
            </a:pPr>
            <a:r>
              <a:t>COMB is an AI-powered Django platform that automates monitoring and analysis of regulatory changes in the Indian financial and industrial landscape.</a:t>
            </a:r>
            <a:br/>
            <a:br/>
            <a:r>
              <a:t>Key Capabilities:</a:t>
            </a:r>
            <a:br/>
            <a:r>
              <a:t>  - Regulatory Intelligence: Automated scraping of RBI/SEBI circulars, clause-level diff analysis</a:t>
            </a:r>
            <a:br/>
            <a:r>
              <a:t>  - Threat Intelligence: Dark web monitoring, leaked credential detection, domain scanning</a:t>
            </a:r>
            <a:br/>
            <a:r>
              <a:t>  - CVE Management: 60+ realistic CVEs (2023-2026) with CVSS scores and severity tracking</a:t>
            </a:r>
            <a:br/>
            <a:r>
              <a:t>  - Multi-Industry Support: 18 organizations across Banking, Healthcare, Defence, Manufacturing, and more</a:t>
            </a:r>
            <a:br/>
            <a:r>
              <a:t>  - 7 Autonomous AI Agents working in a pipeline</a:t>
            </a:r>
            <a:br/>
            <a:r>
              <a:t>  - 17 Industry-specific scan profiles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Multi-Agent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9D"/>
                </a:solidFill>
              </a:defRPr>
            </a:pPr>
            <a:r>
              <a:t>7 Specialized AI Agents Working in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</a:defRPr>
            </a:pPr>
            <a:r>
              <a:t>1. Monitor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Scrapes RBI/SEBI sites every hour for new PDF/HTML notifications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BeautifulSoup4, 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</a:defRPr>
            </a:pPr>
            <a:r>
              <a:t>2. Scraper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240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Downloads documents and extracts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240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PyMuPDF (PDF), LXML (HTML)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</a:defRPr>
            </a:pPr>
            <a:r>
              <a:t>3. Diff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743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Compares current regulation to previous version for clause-level changes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743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Difflib, Regex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46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</a:defRPr>
            </a:pPr>
            <a:r>
              <a:t>4. Classifier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Categorizes changes (KYC, Cyber, FEMA) and assigns impact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246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Keyword Ontology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49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</a:defRPr>
            </a:pPr>
            <a:r>
              <a:t>5. Mapper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7490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Maps changes to departments (Credit, IT, Legal) and products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7490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Domain-driven Heuristics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519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</a:defRPr>
            </a:pPr>
            <a:r>
              <a:t>6. Drafter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2519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Drafts actual policy amendment text for internal 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2519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LLM (GPT-4o / LangChain)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548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</a:defRPr>
            </a:pPr>
            <a:r>
              <a:t>7. Reporter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7548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Compiles all findings into executive impact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75487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Report Templates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53211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9D"/>
                </a:solidFill>
              </a:defRPr>
            </a:pPr>
            <a:r>
              <a:t>Threat Intelligence Agents (7)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08075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D573"/>
                </a:solidFill>
              </a:defRPr>
            </a:pPr>
            <a:r>
              <a:t>RECON_AGENT  |  DARKWEB_CRAWLER  |  EMAIL_HUNTER  |  THREAT_ANALYZER  |  IOC_EXTRACTOR  |  REPORT_GENERATOR  |  ORCHESTRATOR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Technical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</a:defRPr>
            </a:pPr>
            <a:r>
              <a:t>Backend:          Django (Python 3.13)</a:t>
            </a:r>
            <a:br/>
            <a:r>
              <a:t>AI / LLM:          LangChain + OpenAI API (GPT-4o-mini)</a:t>
            </a:r>
            <a:br/>
            <a:r>
              <a:t>Database:         SQLite3 (Local Development)</a:t>
            </a:r>
            <a:br/>
            <a:r>
              <a:t>Vector Search:  ChromaDB (RAG capabilities)</a:t>
            </a:r>
            <a:br/>
            <a:r>
              <a:t>Frontend:          Custom Tailwind CSS + JavaScript (Glassmorphism)</a:t>
            </a:r>
            <a:br/>
            <a:r>
              <a:t>Scanning:         BeautifulSoup4 + Requests + PyMuPDF + LXML</a:t>
            </a:r>
            <a:br/>
            <a:r>
              <a:t>Auth Model:      Custom AbstractUser with 5 roles</a:t>
            </a:r>
            <a:br/>
            <a:r>
              <a:t>                        (Super Admin, Client Admin, Compliance Manager, Auditor, Vendor User)</a:t>
            </a:r>
            <a:br/>
            <a:br/>
            <a:r>
              <a:t>Key Files:</a:t>
            </a:r>
            <a:br/>
            <a:r>
              <a:t>  - regulatory_intel/agents.py     -  AI agent pipeline logic</a:t>
            </a:r>
            <a:br/>
            <a:r>
              <a:t>  - core/models.py                      -  User, Organization, Onboarding models</a:t>
            </a:r>
            <a:br/>
            <a:r>
              <a:t>  - threat_intel/                           -  Dark web &amp; domain scanning</a:t>
            </a:r>
            <a:br/>
            <a:r>
              <a:t>  - compliance_platform/settings.py  -  Django configuration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4FF"/>
                </a:solidFill>
              </a:defRPr>
            </a:pPr>
            <a:r>
              <a:t>Industry Accounts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</a:defRPr>
            </a:pPr>
            <a:r>
              <a:t>CyberShield Corp  [Cybersecurity]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admin_demo  /  CyberAdmin@2026  (Super Admin)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99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analyst_demo  /  Analyst@2026  (Compliance Manager)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5506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auditor_demo  /  Auditor@2026  (Auditor)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11095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vendor_demo  /  Vendor@2026  (Vendor User)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671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soc_lead  /  SOCLead@2026  (Client Admin)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</a:defRPr>
            </a:pPr>
            <a:r>
              <a:t>Bharat National Bank  [Banking &amp; Finance]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bank_admin  /  BankAdmin@2026  (Super Admin)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36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bank_analyst  /  BankAnalyst@2026  (Compliance Manager)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2958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</a:defRPr>
            </a:pPr>
            <a:r>
              <a:t>MedCare Hospitals  [Healthcare]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962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health_admin  /  HealthAdmin@2026  (Super Admin)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0565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health_compliance  /  HealthComp@2026  (Compliance Manager)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9884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</a:defRPr>
            </a:pPr>
            <a:r>
              <a:t>GovSecure India  [Government]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188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gov_admin  /  GovAdmin@2026  (Super Admin)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74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gov_auditor  /  GovAudit@2026  (Auditor)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6811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</a:defRPr>
            </a:pPr>
            <a:r>
              <a:t>ShopKart India  [E-Commerce]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788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ecom_admin  /  EcomAdmin@2026  (Super Admin)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0441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ecom_security  /  EcomSec@2026  (Client Admin)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3737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</a:defRPr>
            </a:pPr>
            <a:r>
              <a:t>TeleNet Communications  [Telecommunications]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7574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telco_admin  /  TelcoAdmin@2026  (Super Admin)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70134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telco_soc  /  TelcoSOC@2026  (Client Admin)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4FF"/>
                </a:solidFill>
              </a:defRPr>
            </a:pPr>
            <a:r>
              <a:t>Industry Accounts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</a:defRPr>
            </a:pPr>
            <a:r>
              <a:t>EduTech Learning  [Education]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edu_admin  /  EduAdmin@2026  (Super Admin)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361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</a:defRPr>
            </a:pPr>
            <a:r>
              <a:t>InsureShield Ltd  [Insurance]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56231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ins_admin  /  InsAdmin@2026  (Super Admin)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9423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</a:defRPr>
            </a:pPr>
            <a:r>
              <a:t>CloudFirst Technologies  [Cloud &amp; SaaS]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9463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cloud_admin  /  CloudAdmin@2026  (Super Admin)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2549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cloud_devops  /  CloudDev@2026  (Client Admin)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186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</a:defRPr>
            </a:pPr>
            <a:r>
              <a:t>Tata Steel Manufacturing  [Manufacturing]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38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mfg_admin  /  MfgAdmin@2026  (Super Admin)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94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mfg_ot_security  /  MfgOTSec@2026  (Client Admin)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50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mfg_compliance  /  MfgComp@2026  (Compliance Manager)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4398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</a:defRPr>
            </a:pPr>
            <a:r>
              <a:t>SunPharma Biotech  [Pharmaceutical]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6402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pharma_admin  /  PharmaAdmin@2026  (Super Admin)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2005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pharma_qa  /  PharmaQA@2026  (Compliance Manager)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76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pharma_auditor  /  PharmaAudit@2026  (Auditor)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669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</a:defRPr>
            </a:pPr>
            <a:r>
              <a:t>PowerGrid Energy Corp  [Energy &amp; Power]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989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energy_admin  /  EnergyAdmin@2026  (Super Admin)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245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energy_scada  /  EnergySCADA@2026  (Client Admin)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4FF"/>
                </a:solidFill>
              </a:defRPr>
            </a:pPr>
            <a:r>
              <a:t>Industry Accounts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</a:defRPr>
            </a:pPr>
            <a:r>
              <a:t>Khaitan Legal Associates  [Legal]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legal_admin  /  LegalAdmin@2026  (Super Admin)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99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legal_compliance  /  LegalComp@2026  (Compliance Manager)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9222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</a:defRPr>
            </a:pPr>
            <a:r>
              <a:t>BlueDart Logistics  [Logistics &amp; Supply Chain]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1226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logistics_admin  /  LogiAdmin@2026  (Super Admin)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6829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logistics_soc  /  LogiSOC@2026  (Client Admin)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61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</a:defRPr>
            </a:pPr>
            <a:r>
              <a:t>ZEE Media Group  [Media &amp; Entertainment]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81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media_admin  /  MediaAdmin@2026  (Super Admin)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37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media_security  /  MediaSec@2026  (Client Admin)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307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</a:defRPr>
            </a:pPr>
            <a:r>
              <a:t>Bajaj Microfinance NBFC  [NBFC / Microfinance]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50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nbfc_admin  /  NBFCAdmin@2026  (Super Admin)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0682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nbfc_compliance  /  NBFCComp@2026  (Compliance Manager)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6285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nbfc_auditor  /  NBFCAudit@2026  (Auditor)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5604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</a:defRPr>
            </a:pPr>
            <a:r>
              <a:t>PropNest Real Estate  [Real Estate / PropTech]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76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realestate_admin  /  PropAdmin@2026  (Super Admin)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669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</a:defRPr>
            </a:pPr>
            <a:r>
              <a:t>HAL Defence Systems  [Defence &amp; Aerospace]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989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defence_admin  /  DefAdmin@2026  (Super Admin)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245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defence_ciso  /  DefCISO@2026  (Client Admin)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013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    defence_auditor  /  DefAudit@2026  (Auditor)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Enhanced Domain Scanning (17 Profiles)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</a:defRPr>
            </a:pPr>
            <a:r>
              <a:t>Features:</a:t>
            </a:r>
            <a:br/>
            <a:r>
              <a:t>  - Industry-Aware Email Scanning (custom prefixes per sector)</a:t>
            </a:r>
            <a:br/>
            <a:r>
              <a:t>  - Subdomain Discovery (netbanking, scada, ehr, claims-portal...)</a:t>
            </a:r>
            <a:br/>
            <a:r>
              <a:t>  - Tech Stack Fingerprinting (SWIFT Alliance, SCADA/HMI...)</a:t>
            </a:r>
            <a:br/>
            <a:r>
              <a:t>  - DNS/SSL Analysis (SPF, DMARC, dangling CNAMEs, cert expiry)</a:t>
            </a:r>
            <a:br/>
            <a:r>
              <a:t>  - 12 base + industry-specific breach sources</a:t>
            </a:r>
            <a:br/>
            <a:r>
              <a:t>  - Risk-Weighted Scoring with industry-specific breach probability (30%-50%)</a:t>
            </a:r>
            <a:br/>
            <a:br/>
            <a:r>
              <a:t>High-Risk Industries (50% breach prob): Banking/Fintech, E-Commerce, NBFC</a:t>
            </a:r>
            <a:br/>
            <a:r>
              <a:t>Critical Industries (45%): Healthcare, Government</a:t>
            </a:r>
            <a:br/>
            <a:r>
              <a:t>Elevated Risk (40%): Pharma, Telecom, Insurance, Cloud/SaaS</a:t>
            </a:r>
            <a:br/>
            <a:r>
              <a:t>Standard Risk (35%): Manufacturing, Energy, Legal, Logistics, Education, Media</a:t>
            </a:r>
            <a:br/>
            <a:r>
              <a:t>Lower Risk (30%): Defence, Real Estate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CVE Database &amp; Dark Web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</a:defRPr>
            </a:pPr>
            <a:r>
              <a:t>CVE Database: 60+ Entries (2023-2026)</a:t>
            </a:r>
            <a:br/>
            <a:r>
              <a:t>  - 12 CVEs from 2023  |  14 from 2024  |  12 from 2025  |  12 Simulated 2026</a:t>
            </a:r>
            <a:br/>
            <a:br/>
            <a:r>
              <a:t>Notable 2026 Simulated CVEs:</a:t>
            </a:r>
            <a:br/>
            <a:r>
              <a:t>  - CVE-2026-00101  (CVSS 10.0)  AWS Lambda container escape</a:t>
            </a:r>
            <a:br/>
            <a:r>
              <a:t>  - CVE-2026-01102  (CVSS 9.9)   ChatGPT Enterprise prompt injection</a:t>
            </a:r>
            <a:br/>
            <a:r>
              <a:t>  - CVE-2026-03789  (CVSS 9.9)   Indian SWIFT gateway (Lazarus Group)</a:t>
            </a:r>
            <a:br/>
            <a:r>
              <a:t>  - CVE-2026-04123  (CVSS 7.5)   LangChain malicious tool plugin RCE</a:t>
            </a:r>
            <a:br/>
            <a:br/>
            <a:r>
              <a:t>Dark Web Monitoring: 22 Domains | 13 Active Threats</a:t>
            </a:r>
            <a:br/>
            <a:r>
              <a:t>  Critical: APT41 (Financial), XENOTIME (Power Grid), SideWinder (Defence),</a:t>
            </a:r>
            <a:br/>
            <a:r>
              <a:t>            IndustrialSpy 2.0 (Manufacturing), LockBit 4.0 (Healthcare)</a:t>
            </a:r>
            <a:br/>
            <a:r>
              <a:t>  High:     Salt Typhoon (Telecom), Operation RxHijack (Pharma),</a:t>
            </a:r>
            <a:br/>
            <a:r>
              <a:t>            NBFC Data Harvesting, LegalLeaks, E-Commerce Credential Stuffing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Setup &amp; Running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</a:defRPr>
            </a:pPr>
            <a:r>
              <a:t>Installation:</a:t>
            </a:r>
            <a:br/>
            <a:r>
              <a:t>  pip install -r requirements.txt</a:t>
            </a:r>
            <a:br/>
            <a:br/>
            <a:r>
              <a:t>Database Setup:</a:t>
            </a:r>
            <a:br/>
            <a:r>
              <a:t>  python manage.py makemigrations</a:t>
            </a:r>
            <a:br/>
            <a:r>
              <a:t>  python manage.py migrate</a:t>
            </a:r>
            <a:br/>
            <a:br/>
            <a:r>
              <a:t>Seed Test Data (accounts, CVEs, dark web intel):</a:t>
            </a:r>
            <a:br/>
            <a:r>
              <a:t>  python manage.py seed_threat_data</a:t>
            </a:r>
            <a:br/>
            <a:br/>
            <a:r>
              <a:t>Run Server:</a:t>
            </a:r>
            <a:br/>
            <a:r>
              <a:t>  python manage.py runserver</a:t>
            </a:r>
            <a:br/>
            <a:br/>
            <a:r>
              <a:t>Access:</a:t>
            </a:r>
            <a:br/>
            <a:r>
              <a:t>  Dashboard:  http://127.0.0.1:8000/dashboard/</a:t>
            </a:r>
            <a:br/>
            <a:r>
              <a:t>  Admin:        http://127.0.0.1:8000/admin/</a:t>
            </a:r>
            <a:br/>
            <a:r>
              <a:t>  Intel:           http://127.0.0.1:8000/intel/</a:t>
            </a:r>
            <a:br/>
            <a:br/>
            <a:r>
              <a:t>Default Superuser:</a:t>
            </a:r>
            <a:br/>
            <a:r>
              <a:t>  Username: admin  |  Password: (set during createsuperuser)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